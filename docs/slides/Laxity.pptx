
<file path=[Content_Types].xml><?xml version="1.0" encoding="utf-8"?>
<Types xmlns="http://schemas.openxmlformats.org/package/2006/content-types"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GIF plays in slideshow mode. It records the real TUI capture while the aggressor changes region.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gi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9623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2476500" y="1381125"/>
            <a:ext cx="7239000" cy="4524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55434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88559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19447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8289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785DBE9-CD97-EE7E-9522-B60998C415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831465"/>
            <a:ext cx="7772400" cy="574796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07BC9BF-FC08-189B-AB35-A73602DD6D75}"/>
              </a:ext>
            </a:extLst>
          </p:cNvPr>
          <p:cNvSpPr txBox="1"/>
          <p:nvPr/>
        </p:nvSpPr>
        <p:spPr>
          <a:xfrm>
            <a:off x="356622" y="278574"/>
            <a:ext cx="88569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One core, two masters, one placement decision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A24146A-66F4-EB73-9A72-BC79CE4FA5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18700" y="6273800"/>
            <a:ext cx="2273300" cy="5842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B18277B-C177-14FA-86FF-61E36138184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16761" y="155007"/>
            <a:ext cx="1677178" cy="901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88923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84368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2784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59271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D3488B0-73FA-37C7-5BA6-3621EED03A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58344" y="0"/>
            <a:ext cx="8979303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EAE5D5E-B0DD-8761-CBC8-2F9405A5D7A9}"/>
              </a:ext>
            </a:extLst>
          </p:cNvPr>
          <p:cNvSpPr txBox="1"/>
          <p:nvPr/>
        </p:nvSpPr>
        <p:spPr>
          <a:xfrm>
            <a:off x="9086397" y="3013501"/>
            <a:ext cx="345159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Three roles, one measurement path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F7586E1-24BC-A661-203C-CB201F859C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16761" y="155007"/>
            <a:ext cx="1677178" cy="901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15846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F1A9962-436A-8D94-A6BD-6F905263BF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5094" y="0"/>
            <a:ext cx="12302188" cy="143338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2821867-3652-2DE8-EC4F-C3164E2CCF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314" y="1288081"/>
            <a:ext cx="10587371" cy="5471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17305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80473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2308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AA36DC7-1CE0-C1E6-72B9-8505AE0F71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257925" cy="92675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E8CAABF-9634-983C-D3C5-EBF14F7377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5139" y="1008063"/>
            <a:ext cx="10789510" cy="5849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5470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09312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44D71AE-B239-CCF4-4C8C-2A1769FFCC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3249" y="1"/>
            <a:ext cx="12196131" cy="13716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5856B5E-90A9-C8AE-D30F-378E3D65FB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302141" y="1371601"/>
            <a:ext cx="4800600" cy="44069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F8E9031-4188-82EA-2196-789666291CF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7753" y="1182134"/>
            <a:ext cx="4318000" cy="49403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5C78264-E10C-8C98-53E8-E6CCA5E652B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01197" y="1371601"/>
            <a:ext cx="3873500" cy="5219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2155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17907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01469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05168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28338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39915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29583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268410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821975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833840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73926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569887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</Words>
  <Application>Microsoft Macintosh PowerPoint</Application>
  <DocSecurity>0</DocSecurity>
  <PresentationFormat>Widescreen</PresentationFormat>
  <Paragraphs>3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29" baseType="lpstr"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urelg</cp:lastModifiedBy>
  <cp:revision>1</cp:revision>
  <dcterms:created xsi:type="dcterms:W3CDTF">2026-09-11T08:16:18Z</dcterms:created>
  <dcterms:modified xsi:type="dcterms:W3CDTF">2026-09-11T09:46:41Z</dcterms:modified>
</cp:coreProperties>
</file>