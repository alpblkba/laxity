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GIF plays in slideshow mode. It records the real TUI capture while the aggressor changes region.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62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2476500" y="1381125"/>
            <a:ext cx="7239000" cy="4524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5434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855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944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8289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85DBE9-CD97-EE7E-9522-B60998C415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831465"/>
            <a:ext cx="7772400" cy="5747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7BC9BF-FC08-189B-AB35-A73602DD6D75}"/>
              </a:ext>
            </a:extLst>
          </p:cNvPr>
          <p:cNvSpPr txBox="1"/>
          <p:nvPr/>
        </p:nvSpPr>
        <p:spPr>
          <a:xfrm>
            <a:off x="356622" y="278574"/>
            <a:ext cx="88569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One core, two masters, one placement decision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A24146A-66F4-EB73-9A72-BC79CE4FA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18700" y="6273800"/>
            <a:ext cx="2273300" cy="5842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B18277B-C177-14FA-86FF-61E3613818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16761" y="155007"/>
            <a:ext cx="1677178" cy="901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8923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436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784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9271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3488B0-73FA-37C7-5BA6-3621EED03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58344" y="0"/>
            <a:ext cx="8979303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EAE5D5E-B0DD-8761-CBC8-2F9405A5D7A9}"/>
              </a:ext>
            </a:extLst>
          </p:cNvPr>
          <p:cNvSpPr txBox="1"/>
          <p:nvPr/>
        </p:nvSpPr>
        <p:spPr>
          <a:xfrm>
            <a:off x="9086397" y="3013501"/>
            <a:ext cx="34515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Three roles, one measurement path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7586E1-24BC-A661-203C-CB201F859C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6761" y="155007"/>
            <a:ext cx="1677178" cy="901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584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F1A9962-436A-8D94-A6BD-6F905263BF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5094" y="0"/>
            <a:ext cx="12302188" cy="143338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2821867-3652-2DE8-EC4F-C3164E2CCF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314" y="1288081"/>
            <a:ext cx="10587371" cy="5471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730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0473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308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A36DC7-1CE0-C1E6-72B9-8505AE0F71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257925" cy="9267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E8CAABF-9634-983C-D3C5-EBF14F7377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139" y="1008063"/>
            <a:ext cx="10789510" cy="5849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470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9312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4D71AE-B239-CCF4-4C8C-2A1769FFCC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3249" y="1"/>
            <a:ext cx="12196131" cy="1371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856B5E-90A9-C8AE-D30F-378E3D65FB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02141" y="1371601"/>
            <a:ext cx="4800600" cy="44069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8E9031-4188-82EA-2196-789666291C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7753" y="1182134"/>
            <a:ext cx="4318000" cy="49403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C78264-E10C-8C98-53E8-E6CCA5E652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1197" y="1371601"/>
            <a:ext cx="3873500" cy="521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2155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17907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146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5168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8338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39915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958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6841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2197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3384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392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569887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</Words>
  <Application>Microsoft Macintosh PowerPoint</Application>
  <DocSecurity>0</DocSecurity>
  <PresentationFormat>Widescreen</PresentationFormat>
  <Paragraphs>3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29" baseType="lpstr"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urelg</cp:lastModifiedBy>
  <cp:revision>1</cp:revision>
  <dcterms:created xsi:type="dcterms:W3CDTF">2026-09-11T08:16:18Z</dcterms:created>
  <dcterms:modified xsi:type="dcterms:W3CDTF">2026-09-11T12:47:09Z</dcterms:modified>
</cp:coreProperties>
</file>